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83" r:id="rId5"/>
  </p:sldIdLst>
  <p:sldSz cx="18288000" cy="10287000"/>
  <p:notesSz cx="6797675" cy="9872663"/>
  <p:defaultTextStyle>
    <a:defPPr>
      <a:defRPr lang="de-DE"/>
    </a:defPPr>
    <a:lvl1pPr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685206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370411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2055617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740823" algn="l" defTabSz="685206" rtl="0" fontAlgn="base">
      <a:spcBef>
        <a:spcPct val="0"/>
      </a:spcBef>
      <a:spcAft>
        <a:spcPct val="0"/>
      </a:spcAft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3426028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4111234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4796439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5481645" algn="l" defTabSz="1370411" rtl="0" eaLnBrk="1" latinLnBrk="0" hangingPunct="1">
      <a:defRPr sz="3597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47D"/>
    <a:srgbClr val="8CAF82"/>
    <a:srgbClr val="FAC300"/>
    <a:srgbClr val="FAB900"/>
    <a:srgbClr val="FAA500"/>
    <a:srgbClr val="697D91"/>
    <a:srgbClr val="455960"/>
    <a:srgbClr val="4A5B60"/>
    <a:srgbClr val="697378"/>
    <a:srgbClr val="E78E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 autoAdjust="0"/>
  </p:normalViewPr>
  <p:slideViewPr>
    <p:cSldViewPr snapToGrid="0" snapToObjects="1">
      <p:cViewPr varScale="1">
        <p:scale>
          <a:sx n="54" d="100"/>
          <a:sy n="54" d="100"/>
        </p:scale>
        <p:origin x="773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231E88E2-1E29-469C-B6A0-762B49A9F0A0}" type="datetimeFigureOut">
              <a:rPr lang="de-CH"/>
              <a:pPr>
                <a:defRPr/>
              </a:pPr>
              <a:t>07.05.2021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CH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689475"/>
            <a:ext cx="5438775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CH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E3A4D74-8AB3-4782-8193-8B0B8D7F57EA}" type="slidenum">
              <a:rPr lang="de-CH"/>
              <a:pPr>
                <a:defRPr/>
              </a:pPr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50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1pPr>
    <a:lvl2pPr marL="685206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2pPr>
    <a:lvl3pPr marL="1370411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3pPr>
    <a:lvl4pPr marL="2055617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4pPr>
    <a:lvl5pPr marL="2740823" algn="l" rtl="0" fontAlgn="base">
      <a:spcBef>
        <a:spcPct val="30000"/>
      </a:spcBef>
      <a:spcAft>
        <a:spcPct val="0"/>
      </a:spcAft>
      <a:defRPr sz="1798" kern="1200">
        <a:solidFill>
          <a:schemeClr val="tx1"/>
        </a:solidFill>
        <a:latin typeface="+mn-lt"/>
        <a:ea typeface="+mn-ea"/>
        <a:cs typeface="+mn-cs"/>
      </a:defRPr>
    </a:lvl5pPr>
    <a:lvl6pPr marL="3426028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6pPr>
    <a:lvl7pPr marL="4111234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7pPr>
    <a:lvl8pPr marL="4796439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8pPr>
    <a:lvl9pPr marL="5481645" algn="l" defTabSz="1370411" rtl="0" eaLnBrk="1" latinLnBrk="0" hangingPunct="1">
      <a:defRPr sz="17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mit Bild h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1"/>
            <a:ext cx="18288000" cy="6674645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63915" y="476251"/>
            <a:ext cx="3820792" cy="13052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84908" y="793322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08" y="7023809"/>
            <a:ext cx="16937207" cy="7719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075B3A6-6DCD-467C-B3B9-D845AAA650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13433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mit Bild 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1"/>
            <a:ext cx="18288000" cy="6674645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7" name="Abgerundetes Rechteck 6"/>
          <p:cNvSpPr/>
          <p:nvPr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84908" y="793322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08" y="7023809"/>
            <a:ext cx="16937207" cy="77195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1699D6F-C113-4BC3-8B74-D0FBF5CCB0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6836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(ohne Bil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143027F-7246-4F86-A6AD-7473302EFCE0}"/>
              </a:ext>
            </a:extLst>
          </p:cNvPr>
          <p:cNvSpPr/>
          <p:nvPr userDrawn="1"/>
        </p:nvSpPr>
        <p:spPr>
          <a:xfrm>
            <a:off x="1" y="0"/>
            <a:ext cx="18288000" cy="8184102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7" name="Abgerundetes Rechteck 6"/>
          <p:cNvSpPr/>
          <p:nvPr/>
        </p:nvSpPr>
        <p:spPr>
          <a:xfrm>
            <a:off x="0" y="8184103"/>
            <a:ext cx="18287046" cy="183356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75396" y="4633964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6" y="3724548"/>
            <a:ext cx="16937207" cy="771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647E56EC-23CC-4141-B40F-46996694D7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8850" y="476250"/>
            <a:ext cx="3830920" cy="1319022"/>
          </a:xfrm>
          <a:prstGeom prst="rect">
            <a:avLst/>
          </a:prstGeom>
        </p:spPr>
      </p:pic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2E70F1A-AD8D-4F8F-9AE2-1A76A8008E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396" y="9520520"/>
            <a:ext cx="13591148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57929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 (mit Bild he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16E4CDC4-4424-4700-993B-3839864CB1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0296" y="4774435"/>
            <a:ext cx="14047109" cy="3082454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888859" y="5960547"/>
            <a:ext cx="13568780" cy="129324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59" y="5029202"/>
            <a:ext cx="13568780" cy="7802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08FCAF1-F20B-4C9B-AE65-F4B72D3CBE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859" y="7333835"/>
            <a:ext cx="13568780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29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 (mit Bild dunk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5" name="Textplatzhalter 15">
            <a:extLst>
              <a:ext uri="{FF2B5EF4-FFF2-40B4-BE49-F238E27FC236}">
                <a16:creationId xmlns:a16="http://schemas.microsoft.com/office/drawing/2014/main" id="{16E4CDC4-4424-4700-993B-3839864CB1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0296" y="4774435"/>
            <a:ext cx="14047109" cy="308245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888859" y="5960547"/>
            <a:ext cx="13568780" cy="129324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59" y="5029202"/>
            <a:ext cx="13568780" cy="7802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0EE3DD9-895F-4EB2-9E74-C52ABBAEB720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659542" y="476250"/>
            <a:ext cx="3825166" cy="131868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500">
                <a:solidFill>
                  <a:schemeClr val="bg1"/>
                </a:solidFill>
              </a:defRPr>
            </a:lvl1pPr>
          </a:lstStyle>
          <a:p>
            <a:pPr lvl="0"/>
            <a:r>
              <a:rPr lang="de-CH" dirty="0"/>
              <a:t>   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C73C925-6F67-41AD-8B48-77A6CAB23C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8859" y="7333835"/>
            <a:ext cx="13568780" cy="349622"/>
          </a:xfrm>
        </p:spPr>
        <p:txBody>
          <a:bodyPr/>
          <a:lstStyle>
            <a:lvl1pPr marL="179388" indent="-179388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Organisationseinheit oder Leistungsbereich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80569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seite (Gra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143027F-7246-4F86-A6AD-7473302EFCE0}"/>
              </a:ext>
            </a:extLst>
          </p:cNvPr>
          <p:cNvSpPr/>
          <p:nvPr userDrawn="1"/>
        </p:nvSpPr>
        <p:spPr>
          <a:xfrm>
            <a:off x="1" y="1"/>
            <a:ext cx="18288000" cy="667464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rgbClr val="4B647D"/>
              </a:solidFill>
            </a:endParaRPr>
          </a:p>
        </p:txBody>
      </p:sp>
      <p:sp>
        <p:nvSpPr>
          <p:cNvPr id="12" name="Untertitel 2"/>
          <p:cNvSpPr>
            <a:spLocks noGrp="1"/>
          </p:cNvSpPr>
          <p:nvPr>
            <p:ph type="subTitle" idx="1"/>
          </p:nvPr>
        </p:nvSpPr>
        <p:spPr>
          <a:xfrm>
            <a:off x="675396" y="3725660"/>
            <a:ext cx="13568780" cy="1105065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000">
                <a:solidFill>
                  <a:schemeClr val="bg1"/>
                </a:solidFill>
                <a:latin typeface="Lucida Sans"/>
                <a:cs typeface="Lucida Sans Unicode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39DF830-F09E-4F9D-B580-79824EBB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6" y="2816244"/>
            <a:ext cx="16937207" cy="771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0" name="Abgerundetes Rechteck 6">
            <a:extLst>
              <a:ext uri="{FF2B5EF4-FFF2-40B4-BE49-F238E27FC236}">
                <a16:creationId xmlns:a16="http://schemas.microsoft.com/office/drawing/2014/main" id="{6155990B-78C7-4DA0-B1E7-76D1A83E0123}"/>
              </a:ext>
            </a:extLst>
          </p:cNvPr>
          <p:cNvSpPr/>
          <p:nvPr userDrawn="1"/>
        </p:nvSpPr>
        <p:spPr>
          <a:xfrm>
            <a:off x="0" y="6674645"/>
            <a:ext cx="18287046" cy="183356"/>
          </a:xfrm>
          <a:prstGeom prst="rect">
            <a:avLst/>
          </a:prstGeom>
          <a:solidFill>
            <a:srgbClr val="FA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 sz="1800">
              <a:solidFill>
                <a:srgbClr val="E78E23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5E32F2A-681B-4A65-A2CF-F3289104E9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B647D"/>
                </a:solidFill>
              </a:defRPr>
            </a:lvl1pPr>
          </a:lstStyle>
          <a:p>
            <a:pPr>
              <a:defRPr/>
            </a:pPr>
            <a:fld id="{B7BACB64-ACD3-4495-9A64-936FBCA468A7}" type="slidenum">
              <a:rPr lang="de-CH" smtClean="0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5" name="Textfeld 15">
            <a:extLst>
              <a:ext uri="{FF2B5EF4-FFF2-40B4-BE49-F238E27FC236}">
                <a16:creationId xmlns:a16="http://schemas.microsoft.com/office/drawing/2014/main" id="{3455541A-D1CF-4483-A637-480F287F74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4908" y="9451183"/>
            <a:ext cx="133771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Berner Fachhochschule | Haute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école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spécialisée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bernoise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| Bern University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of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Applied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Sciences</a:t>
            </a:r>
            <a:endParaRPr lang="de-DE" sz="1400" dirty="0">
              <a:solidFill>
                <a:schemeClr val="tx2"/>
              </a:solidFill>
              <a:latin typeface="Lucida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18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mit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034EF83C-B1FD-49FF-B648-E50C717A417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8288000" cy="10287000"/>
          </a:xfrm>
          <a:prstGeom prst="rect">
            <a:avLst/>
          </a:pr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lIns="72000" tIns="0" rIns="72000" bIns="1800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 in den Platzhalter ziehen und bei Bedarf in den Hintergrund stellen.</a:t>
            </a:r>
            <a:endParaRPr lang="de-CH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900AA4B-37D2-4481-BCF3-2E414DEA212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0295" y="4774434"/>
            <a:ext cx="14062022" cy="4114800"/>
          </a:xfrm>
          <a:blipFill>
            <a:blip r:embed="rId2"/>
            <a:stretch>
              <a:fillRect/>
            </a:stretch>
          </a:blipFill>
        </p:spPr>
        <p:txBody>
          <a:bodyPr lIns="144000" tIns="216000" rIns="144000" bIns="14400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53682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0A35F2-7595-4779-9180-596D2E72BBB9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155BAD-5C25-40A7-8727-1B1E570D77E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D617E98-5641-4B2D-A638-1322515D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0315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7" y="2064544"/>
            <a:ext cx="16946721" cy="743456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C449D1-1247-49B8-8578-3105EE32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C75B05-03A1-469D-8437-A6AA010E72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75396" y="3252788"/>
            <a:ext cx="16937209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4723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7" y="8098847"/>
            <a:ext cx="8251256" cy="1080875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9361348" y="8098847"/>
            <a:ext cx="8251256" cy="1080875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B21B8-EC19-437D-956C-B9E2193DE066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BC0020-5A4E-4E7E-8112-8525C911ECC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5397" y="2064545"/>
            <a:ext cx="8252192" cy="60340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935BA25-EBE1-4D7C-B30F-41097A42AEF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360413" y="2064544"/>
            <a:ext cx="8252192" cy="60340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617F79C-BB35-4B9B-9765-B5F521C8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138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5396" y="2070623"/>
            <a:ext cx="8251256" cy="81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61348" y="2070623"/>
            <a:ext cx="8251256" cy="81000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6A08CF5-263A-4947-BB68-C590B756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9B5EF5-94CD-49C5-82F5-0D240C4018E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75397" y="3252788"/>
            <a:ext cx="8252192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06C6BB0C-191E-4DD9-ADEA-BB9CACAB21C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360413" y="3252787"/>
            <a:ext cx="8252192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2675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9515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481930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12284342" y="8098847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64B01-81C7-4C98-B7AD-930612B79E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0152" y="3252788"/>
            <a:ext cx="5327064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DB8EE7-F71B-4F3D-AD80-682B656ED27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480470" y="3252788"/>
            <a:ext cx="5329441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D18D196-860F-4E36-9216-F961856AE49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283164" y="3252788"/>
            <a:ext cx="5329441" cy="48458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592B83A6-5EEE-4354-9E0A-535252D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9124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Textfelder/Bilder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77454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platzhalter 2"/>
          <p:cNvSpPr>
            <a:spLocks noGrp="1"/>
          </p:cNvSpPr>
          <p:nvPr>
            <p:ph type="body" idx="18"/>
          </p:nvPr>
        </p:nvSpPr>
        <p:spPr>
          <a:xfrm>
            <a:off x="6479868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platzhalter 2"/>
          <p:cNvSpPr>
            <a:spLocks noGrp="1"/>
          </p:cNvSpPr>
          <p:nvPr>
            <p:ph type="body" idx="20"/>
          </p:nvPr>
        </p:nvSpPr>
        <p:spPr>
          <a:xfrm>
            <a:off x="12282281" y="2064545"/>
            <a:ext cx="5328262" cy="1080875"/>
          </a:xfrm>
          <a:prstGeom prst="rect">
            <a:avLst/>
          </a:prstGeom>
        </p:spPr>
        <p:txBody>
          <a:bodyPr l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D9A4-4B03-4410-9017-78E09E000AC4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64B01-81C7-4C98-B7AD-930612B79E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80152" y="3252788"/>
            <a:ext cx="5327064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DB8EE7-F71B-4F3D-AD80-682B656ED27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480470" y="3252788"/>
            <a:ext cx="5329441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3D18D196-860F-4E36-9216-F961856AE49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2283164" y="3252788"/>
            <a:ext cx="5329441" cy="5995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592B83A6-5EEE-4354-9E0A-535252DA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5624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h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4909" y="4993871"/>
            <a:ext cx="16927696" cy="3840479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30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A3D88F4-3C44-416E-8339-A22B29F8DCED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473210" y="1801784"/>
            <a:ext cx="16555666" cy="3125696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None/>
              <a:defRPr sz="14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45307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684909" y="1645922"/>
            <a:ext cx="16851595" cy="4245726"/>
          </a:xfrm>
          <a:prstGeom prst="rect">
            <a:avLst/>
          </a:prstGeom>
        </p:spPr>
        <p:txBody>
          <a:bodyPr lIns="0" rIns="0" anchor="b" anchorCtr="0"/>
          <a:lstStyle>
            <a:lvl1pPr marL="0" indent="0">
              <a:spcBef>
                <a:spcPts val="0"/>
              </a:spcBef>
              <a:buNone/>
              <a:defRPr sz="3200" b="0" i="0">
                <a:solidFill>
                  <a:srgbClr val="8CAF82"/>
                </a:solidFill>
                <a:latin typeface="Georgia" panose="02040502050405020303" pitchFamily="18" charset="0"/>
                <a:cs typeface="Georgia" panose="02040502050405020303" pitchFamily="18" charset="0"/>
              </a:defRPr>
            </a:lvl1pPr>
            <a:lvl2pPr marL="0" indent="0">
              <a:spcBef>
                <a:spcPts val="0"/>
              </a:spcBef>
              <a:buClrTx/>
              <a:buFontTx/>
              <a:buNone/>
              <a:defRPr sz="3200" b="0">
                <a:solidFill>
                  <a:srgbClr val="8CAF8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Text</a:t>
            </a:r>
          </a:p>
        </p:txBody>
      </p:sp>
      <p:sp>
        <p:nvSpPr>
          <p:cNvPr id="5" name="Foliennummernplatzhalter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C55A69-AF00-48CA-9C5B-76F6193071D6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A3D88F4-3C44-416E-8339-A22B29F8DCED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675396" y="6010102"/>
            <a:ext cx="16861108" cy="2350424"/>
          </a:xfrm>
          <a:prstGeom prst="rect">
            <a:avLst/>
          </a:prstGeom>
        </p:spPr>
        <p:txBody>
          <a:bodyPr lIns="0" anchor="t"/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Autor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82213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3449" y="6533803"/>
            <a:ext cx="8251256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61348" y="6533803"/>
            <a:ext cx="8251256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5EC5F02-E049-44D7-AF09-096D83385327}"/>
              </a:ext>
            </a:extLst>
          </p:cNvPr>
          <p:cNvSpPr/>
          <p:nvPr userDrawn="1"/>
        </p:nvSpPr>
        <p:spPr>
          <a:xfrm>
            <a:off x="683449" y="6159730"/>
            <a:ext cx="8251256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AE5187A-FFCB-4C33-86A6-D8C2BFFF8B6B}"/>
              </a:ext>
            </a:extLst>
          </p:cNvPr>
          <p:cNvSpPr/>
          <p:nvPr userDrawn="1"/>
        </p:nvSpPr>
        <p:spPr>
          <a:xfrm>
            <a:off x="9361348" y="6159730"/>
            <a:ext cx="8251256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13C15971-8AAD-4C4A-872E-B71C36BF02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3450" y="2157154"/>
            <a:ext cx="8251258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E2676283-FFF0-4D2B-95AA-9FD33EADC6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61347" y="2157154"/>
            <a:ext cx="8251258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2F9F81B-D5CF-4B09-990D-01371D91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8565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nummernplatzhalter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50D9A4-4B03-4410-9017-78E09E000AC4}" type="slidenum">
              <a:rPr lang="de-CH" smtClean="0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DEA3E8DD-B869-4872-9E5E-D7638858FB8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83449" y="6533803"/>
            <a:ext cx="5328262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07648B6C-7DD3-4170-9CB8-01C7235079F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2284341" y="6533803"/>
            <a:ext cx="532826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1D57F0A-2F51-4B66-A590-F3965B06959C}"/>
              </a:ext>
            </a:extLst>
          </p:cNvPr>
          <p:cNvSpPr/>
          <p:nvPr userDrawn="1"/>
        </p:nvSpPr>
        <p:spPr>
          <a:xfrm>
            <a:off x="683449" y="6159730"/>
            <a:ext cx="5328262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BDF737F-1596-4573-A435-B5BA40D519D9}"/>
              </a:ext>
            </a:extLst>
          </p:cNvPr>
          <p:cNvSpPr/>
          <p:nvPr userDrawn="1"/>
        </p:nvSpPr>
        <p:spPr>
          <a:xfrm>
            <a:off x="12284341" y="6159730"/>
            <a:ext cx="532826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893442A3-CE33-46C0-A18B-D18C070CBFB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3450" y="2157154"/>
            <a:ext cx="532826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51FB2453-80BA-4C27-A3FA-F17223AF5D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284341" y="2157154"/>
            <a:ext cx="5328265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48C409BF-FC71-4809-A5D6-3038577EA628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483896" y="6533803"/>
            <a:ext cx="532826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ECEE718E-8038-4A79-9DDF-AE6210425CB5}"/>
              </a:ext>
            </a:extLst>
          </p:cNvPr>
          <p:cNvSpPr/>
          <p:nvPr userDrawn="1"/>
        </p:nvSpPr>
        <p:spPr>
          <a:xfrm>
            <a:off x="6483896" y="6159730"/>
            <a:ext cx="532826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/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0E9B9157-7EB2-4A30-9136-318F7B17B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83895" y="2157154"/>
            <a:ext cx="5328265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BE7B7F-778E-4BC6-8EE5-8544E23F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2471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2"/>
          <p:cNvSpPr>
            <a:spLocks noGrp="1"/>
          </p:cNvSpPr>
          <p:nvPr>
            <p:ph type="body" idx="1"/>
          </p:nvPr>
        </p:nvSpPr>
        <p:spPr>
          <a:xfrm>
            <a:off x="683450" y="6525488"/>
            <a:ext cx="3936875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9326996" y="6525488"/>
            <a:ext cx="393687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6D72C-BFB2-41C7-957D-2E87BB499368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5EC5F02-E049-44D7-AF09-096D83385327}"/>
              </a:ext>
            </a:extLst>
          </p:cNvPr>
          <p:cNvSpPr/>
          <p:nvPr userDrawn="1"/>
        </p:nvSpPr>
        <p:spPr>
          <a:xfrm>
            <a:off x="683449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4AE5187A-FFCB-4C33-86A6-D8C2BFFF8B6B}"/>
              </a:ext>
            </a:extLst>
          </p:cNvPr>
          <p:cNvSpPr/>
          <p:nvPr userDrawn="1"/>
        </p:nvSpPr>
        <p:spPr>
          <a:xfrm>
            <a:off x="9326993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12" name="Bildplatzhalter 10">
            <a:extLst>
              <a:ext uri="{FF2B5EF4-FFF2-40B4-BE49-F238E27FC236}">
                <a16:creationId xmlns:a16="http://schemas.microsoft.com/office/drawing/2014/main" id="{13C15971-8AAD-4C4A-872E-B71C36BF02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345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E2676283-FFF0-4D2B-95AA-9FD33EADC67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4497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F7D33F10-5DC8-4FC0-91A6-3C8336B8E9D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14211" y="2157152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D4053D7F-50D0-44A2-8A3D-6682277C2B3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675730" y="2156963"/>
            <a:ext cx="3936874" cy="3765665"/>
          </a:xfrm>
          <a:prstGeom prst="roundRect">
            <a:avLst>
              <a:gd name="adj" fmla="val 768"/>
            </a:avLst>
          </a:prstGeom>
          <a:noFill/>
        </p:spPr>
        <p:txBody>
          <a:bodyPr lIns="72000" tIns="684000" rIns="72000" bIns="72000" anchor="ctr"/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A4E87FF6-93B0-4457-9EA7-254201BB91A8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5005224" y="6525488"/>
            <a:ext cx="3936875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5B3A9CF-ED8F-40AD-9029-91C5177D64B2}"/>
              </a:ext>
            </a:extLst>
          </p:cNvPr>
          <p:cNvSpPr/>
          <p:nvPr userDrawn="1"/>
        </p:nvSpPr>
        <p:spPr>
          <a:xfrm>
            <a:off x="5005221" y="6159730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FAED3DAD-2180-449E-9F43-9E0A173E19D2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3648767" y="6525299"/>
            <a:ext cx="3936874" cy="2344190"/>
          </a:xfrm>
          <a:prstGeom prst="rect">
            <a:avLst/>
          </a:prstGeom>
        </p:spPr>
        <p:txBody>
          <a:bodyPr lIns="0" rIns="0" anchor="t" anchorCtr="0"/>
          <a:lstStyle>
            <a:lvl1pPr marL="0" indent="0">
              <a:buNone/>
              <a:defRPr sz="2200" b="0" i="0">
                <a:solidFill>
                  <a:schemeClr val="tx2"/>
                </a:solidFill>
                <a:latin typeface="Lucida Sans"/>
                <a:cs typeface="Lucida San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6254F82-3306-42A7-9C4D-5A0C7458C1B0}"/>
              </a:ext>
            </a:extLst>
          </p:cNvPr>
          <p:cNvSpPr/>
          <p:nvPr userDrawn="1"/>
        </p:nvSpPr>
        <p:spPr>
          <a:xfrm>
            <a:off x="13648767" y="6159542"/>
            <a:ext cx="3936874" cy="162000"/>
          </a:xfrm>
          <a:prstGeom prst="round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3597">
              <a:solidFill>
                <a:schemeClr val="tx2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0EF4DF-390E-4299-9BA3-7589C273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97586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6C2D7-0704-41B7-ABFF-C47E040EDF71}" type="slidenum">
              <a:rPr lang="de-CH"/>
              <a:pPr>
                <a:defRPr/>
              </a:pPr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5021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15"/>
          <p:cNvSpPr txBox="1">
            <a:spLocks noChangeArrowheads="1"/>
          </p:cNvSpPr>
          <p:nvPr/>
        </p:nvSpPr>
        <p:spPr bwMode="auto">
          <a:xfrm>
            <a:off x="684908" y="9451183"/>
            <a:ext cx="1337711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defTabSz="647700" eaLnBrk="0" hangingPunct="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647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Berner Fachhochschule | Haute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école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spécialisée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bernoise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| Bern University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of</a:t>
            </a:r>
            <a:r>
              <a:rPr lang="de-DE" sz="1400" dirty="0">
                <a:solidFill>
                  <a:schemeClr val="tx2"/>
                </a:solidFill>
                <a:latin typeface="Lucida Sans" pitchFamily="34" charset="0"/>
              </a:rPr>
              <a:t> Applied </a:t>
            </a:r>
            <a:r>
              <a:rPr lang="de-DE" sz="1400" dirty="0" err="1">
                <a:solidFill>
                  <a:schemeClr val="tx2"/>
                </a:solidFill>
                <a:latin typeface="Lucida Sans" pitchFamily="34" charset="0"/>
              </a:rPr>
              <a:t>Sciences</a:t>
            </a:r>
            <a:endParaRPr lang="de-DE" sz="1400" dirty="0">
              <a:solidFill>
                <a:schemeClr val="tx2"/>
              </a:solidFill>
              <a:latin typeface="Lucida Sans" pitchFamily="34" charset="0"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3106005" y="9451183"/>
            <a:ext cx="4497087" cy="46196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400" smtClean="0">
                <a:solidFill>
                  <a:schemeClr val="tx2"/>
                </a:solidFill>
                <a:latin typeface="Lucida Sans" pitchFamily="34" charset="0"/>
              </a:defRPr>
            </a:lvl1pPr>
          </a:lstStyle>
          <a:p>
            <a:pPr>
              <a:defRPr/>
            </a:pPr>
            <a:fld id="{B7BACB64-ACD3-4495-9A64-936FBCA468A7}" type="slidenum">
              <a:rPr lang="de-CH" smtClean="0"/>
              <a:pPr>
                <a:defRPr/>
              </a:pPr>
              <a:t>‹Nr.›</a:t>
            </a:fld>
            <a:endParaRPr lang="de-CH" dirty="0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9E8CA3-FB48-4D66-A23F-18A4D3D3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97" y="585861"/>
            <a:ext cx="16937207" cy="77195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C8B1AA-41BC-42FB-B837-09FDD1BA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396" y="2064544"/>
            <a:ext cx="16937209" cy="71842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65" r:id="rId2"/>
    <p:sldLayoutId id="2147483867" r:id="rId3"/>
    <p:sldLayoutId id="2147483869" r:id="rId4"/>
    <p:sldLayoutId id="2147483870" r:id="rId5"/>
    <p:sldLayoutId id="2147483868" r:id="rId6"/>
    <p:sldLayoutId id="2147483871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64" r:id="rId13"/>
    <p:sldLayoutId id="2147483862" r:id="rId14"/>
    <p:sldLayoutId id="2147483863" r:id="rId15"/>
    <p:sldLayoutId id="2147483861" r:id="rId16"/>
    <p:sldLayoutId id="2147483860" r:id="rId17"/>
    <p:sldLayoutId id="2147483859" r:id="rId18"/>
    <p:sldLayoutId id="2147483850" r:id="rId19"/>
  </p:sldLayoutIdLst>
  <p:hf sldNum="0"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66700" marR="0" indent="-266700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538163" marR="0" indent="-271463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808038" marR="0" indent="-269875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074738" marR="0" indent="-266700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1346200" marR="0" indent="-271463" algn="l" defTabSz="4572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6"/>
        </a:buClr>
        <a:buSzPct val="75000"/>
        <a:buFont typeface="Wingdings 3" panose="05040102010807070707" pitchFamily="18" charset="2"/>
        <a:buChar char=""/>
        <a:tabLst/>
        <a:defRPr sz="2200" kern="1200" baseline="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826" userDrawn="1">
          <p15:clr>
            <a:srgbClr val="F26B43"/>
          </p15:clr>
        </p15:guide>
        <p15:guide id="2" pos="425" userDrawn="1">
          <p15:clr>
            <a:srgbClr val="F26B43"/>
          </p15:clr>
        </p15:guide>
        <p15:guide id="3" orient="horz" pos="1301" userDrawn="1">
          <p15:clr>
            <a:srgbClr val="F26B43"/>
          </p15:clr>
        </p15:guide>
        <p15:guide id="4" pos="11095" userDrawn="1">
          <p15:clr>
            <a:srgbClr val="F26B43"/>
          </p15:clr>
        </p15:guide>
        <p15:guide id="5" orient="horz" pos="2049" userDrawn="1">
          <p15:clr>
            <a:srgbClr val="F26B43"/>
          </p15:clr>
        </p15:guide>
        <p15:guide id="6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209C0BCC-9CB6-4B02-BE8E-2E3B2659C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sz="3600" dirty="0"/>
              <a:t>Bachelorthesis | </a:t>
            </a:r>
            <a:r>
              <a:rPr lang="de-CH" sz="3600" dirty="0" err="1"/>
              <a:t>BSc</a:t>
            </a:r>
            <a:r>
              <a:rPr lang="de-CH" sz="3600" dirty="0"/>
              <a:t> Maschinentechnik | Max Mustermann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4162A12-77B8-4DEC-951B-1045AD20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4400" dirty="0"/>
              <a:t>Branddetektion in Zugscheiben</a:t>
            </a:r>
          </a:p>
        </p:txBody>
      </p:sp>
    </p:spTree>
    <p:extLst>
      <p:ext uri="{BB962C8B-B14F-4D97-AF65-F5344CB8AC3E}">
        <p14:creationId xmlns:p14="http://schemas.microsoft.com/office/powerpoint/2010/main" val="735327947"/>
      </p:ext>
    </p:extLst>
  </p:cSld>
  <p:clrMapOvr>
    <a:masterClrMapping/>
  </p:clrMapOvr>
</p:sld>
</file>

<file path=ppt/theme/theme1.xml><?xml version="1.0" encoding="utf-8"?>
<a:theme xmlns:a="http://schemas.openxmlformats.org/drawingml/2006/main" name="BFH_PPT_Vorlage_16-9">
  <a:themeElements>
    <a:clrScheme name="BFH richtig">
      <a:dk1>
        <a:srgbClr val="000000"/>
      </a:dk1>
      <a:lt1>
        <a:srgbClr val="FFFFFF"/>
      </a:lt1>
      <a:dk2>
        <a:srgbClr val="697D91"/>
      </a:dk2>
      <a:lt2>
        <a:srgbClr val="E0E4E8"/>
      </a:lt2>
      <a:accent1>
        <a:srgbClr val="556455"/>
      </a:accent1>
      <a:accent2>
        <a:srgbClr val="506E96"/>
      </a:accent2>
      <a:accent3>
        <a:srgbClr val="645078"/>
      </a:accent3>
      <a:accent4>
        <a:srgbClr val="786450"/>
      </a:accent4>
      <a:accent5>
        <a:srgbClr val="B41428"/>
      </a:accent5>
      <a:accent6>
        <a:srgbClr val="FAC300"/>
      </a:accent6>
      <a:hlink>
        <a:srgbClr val="000000"/>
      </a:hlink>
      <a:folHlink>
        <a:srgbClr val="000000"/>
      </a:folHlink>
    </a:clrScheme>
    <a:fontScheme name="BFH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tlCol="0" anchor="ctr"/>
      <a:lstStyle>
        <a:defPPr algn="ctr">
          <a:defRPr sz="2200"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2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FH_PPT_Vorlage_Refresh 2020.pptx" id="{5C351EED-08EE-5D43-A13C-0AD3240E0095}" vid="{8166BE34-FD93-894C-9811-BE4EB3221259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QMPilot_DokID xmlns="2551ef7e-3b29-44d1-a8ad-ef34c26bfc60">5899</QMPilot_DokID>
    <BfhIntranetDepartmentText xmlns="c80a905c-4fb7-4aee-a8c7-07e487572366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de1a6d3c-ac6a-4b34-8edd-308eb81066db</TermId>
        </TermInfo>
      </Terms>
    </BfhIntranetDepartmentText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QMPilot_ContentType" ma:contentTypeID="0x0101009127C3B567804923A8661E062BBD8EF500AB8983C84EF542A7976DC8547A5CDC52001BD440F45714504284DA526949208683" ma:contentTypeVersion="2" ma:contentTypeDescription="Create a new document." ma:contentTypeScope="" ma:versionID="7ecf310e7cc6d5c962682693d01a2e92">
  <xsd:schema xmlns:xsd="http://www.w3.org/2001/XMLSchema" xmlns:xs="http://www.w3.org/2001/XMLSchema" xmlns:p="http://schemas.microsoft.com/office/2006/metadata/properties" xmlns:ns2="c80a905c-4fb7-4aee-a8c7-07e487572366" xmlns:ns3="2551ef7e-3b29-44d1-a8ad-ef34c26bfc60" targetNamespace="http://schemas.microsoft.com/office/2006/metadata/properties" ma:root="true" ma:fieldsID="0e79f8f607b83a7c1abc0271120f0cce" ns2:_="" ns3:_="">
    <xsd:import namespace="c80a905c-4fb7-4aee-a8c7-07e487572366"/>
    <xsd:import namespace="2551ef7e-3b29-44d1-a8ad-ef34c26bfc60"/>
    <xsd:element name="properties">
      <xsd:complexType>
        <xsd:sequence>
          <xsd:element name="documentManagement">
            <xsd:complexType>
              <xsd:all>
                <xsd:element ref="ns2:BfhIntranetDepartmentText" minOccurs="0"/>
                <xsd:element ref="ns3:QMPilot_Dok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a905c-4fb7-4aee-a8c7-07e487572366" elementFormDefault="qualified">
    <xsd:import namespace="http://schemas.microsoft.com/office/2006/documentManagement/types"/>
    <xsd:import namespace="http://schemas.microsoft.com/office/infopath/2007/PartnerControls"/>
    <xsd:element name="BfhIntranetDepartmentText" ma:index="8" ma:taxonomy="true" ma:internalName="BfhIntranetDocumentTypeText" ma:taxonomyFieldName="BfhIntranetDocumentType" ma:displayName="Dokumente" ma:fieldId="{f8359f88-a329-420a-8398-ef3d99cc0ffa}" ma:sspId="db51d986-4054-4caf-a2c9-3203a912c9cc" ma:termSetId="b53f0ae3-1e6d-4244-92c1-70838aa45c6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1ef7e-3b29-44d1-a8ad-ef34c26bfc60" elementFormDefault="qualified">
    <xsd:import namespace="http://schemas.microsoft.com/office/2006/documentManagement/types"/>
    <xsd:import namespace="http://schemas.microsoft.com/office/infopath/2007/PartnerControls"/>
    <xsd:element name="QMPilot_DokID" ma:index="10" nillable="true" ma:displayName="QMPilot_DokID" ma:description="QM-Pilot document identity" ma:internalName="QMPilot_Dok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985437-8812-4ABE-89CE-3E49C89E0BF6}">
  <ds:schemaRefs>
    <ds:schemaRef ds:uri="http://purl.org/dc/terms/"/>
    <ds:schemaRef ds:uri="c80a905c-4fb7-4aee-a8c7-07e487572366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2551ef7e-3b29-44d1-a8ad-ef34c26bfc6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8CF9AB-1599-4978-B2FD-8FBB6C4DD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0a905c-4fb7-4aee-a8c7-07e487572366"/>
    <ds:schemaRef ds:uri="2551ef7e-3b29-44d1-a8ad-ef34c26bfc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2542CC-467A-4770-BDA7-ADCFF09F6D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Modulüberblick &amp; Leistungsnachweis</Template>
  <TotalTime>0</TotalTime>
  <Words>10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Georgia</vt:lpstr>
      <vt:lpstr>Lucida Sans</vt:lpstr>
      <vt:lpstr>Wingdings 3</vt:lpstr>
      <vt:lpstr>BFH_PPT_Vorlage_16-9</vt:lpstr>
      <vt:lpstr>Branddetektion in Zugscheiben</vt:lpstr>
    </vt:vector>
  </TitlesOfParts>
  <Company>BFH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Audio- &amp; Videoproduktion</dc:title>
  <dc:creator>Radlinger Simon</dc:creator>
  <dc:description> </dc:description>
  <cp:lastModifiedBy>Radlinger Simon</cp:lastModifiedBy>
  <cp:revision>80</cp:revision>
  <cp:lastPrinted>2013-08-23T11:57:04Z</cp:lastPrinted>
  <dcterms:created xsi:type="dcterms:W3CDTF">2021-04-07T13:59:32Z</dcterms:created>
  <dcterms:modified xsi:type="dcterms:W3CDTF">2021-05-07T10:30:14Z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fhIntranetDocumentType">
    <vt:lpwstr>241;#Vorlage|de1a6d3c-ac6a-4b34-8edd-308eb81066db</vt:lpwstr>
  </property>
  <property fmtid="{D5CDD505-2E9C-101B-9397-08002B2CF9AE}" pid="3" name="ContentTypeId">
    <vt:lpwstr>0x0101009127C3B567804923A8661E062BBD8EF500AB8983C84EF542A7976DC8547A5CDC52001BD440F45714504284DA526949208683</vt:lpwstr>
  </property>
  <property fmtid="{D5CDD505-2E9C-101B-9397-08002B2CF9AE}" pid="4" name="TaxCatchAll">
    <vt:lpwstr>241;#Vorlage|de1a6d3c-ac6a-4b34-8edd-308eb81066db</vt:lpwstr>
  </property>
</Properties>
</file>